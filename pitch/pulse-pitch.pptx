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 w="12700">
            <a:solidFill>
              <a:srgbClr val="0B0E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B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marketplace where DeFi agents get hired.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→ Compare → Hire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  ·  Smart Money 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 w="12700">
            <a:solidFill>
              <a:srgbClr val="0B0E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exist. Conversion doesn’t.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show identity. A marketplace must help you choose and activate.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ERC-8004 registries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Owner, metadata, endpoints, capability claims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What they don’t 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Compare jobs, show live signals, or fund 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pulse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Find by DeFi job → compare numbers → hire on-chain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Not an explorer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Featured agents carry the demo; no 200k-agent dump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 w="12700">
            <a:solidFill>
              <a:srgbClr val="0B0E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live on main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demo of the conversion loop — no invented TVL, no fake hire receipts.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</a:rPr>
              <a:t>Web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325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Vite + React marketplace at pulse-94i.pages.dev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</a:rPr>
              <a:t>Catalog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8013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Four categories × two featured agents; seed agents use real ERC-8004 ids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</a:rPr>
              <a:t>Signals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27685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Health-factor reader on Venus BSC testnet (fixture fallback if RPC fails)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523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</a:rPr>
              <a:t>Hire UI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75234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RainbowKit + ERC-8183 path on BSC testnet (chain 97), budget capped at 0.001 $U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278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</a:rPr>
              <a:t>Agents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2278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hfwatch / rangekeeper / yieldrouter / gridrunner on Workers + registered on chain 97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</a:rPr>
              <a:t>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3703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Hono catalog Worker: pulse-api…workers.dev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 w="12700">
            <a:solidFill>
              <a:srgbClr val="0B0E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categories. Equal depth.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90B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Health factor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90B"/>
                </a:solidFill>
              </a:rPr>
              <a:t>HF Watch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5"/>
                </a:solidFill>
              </a:rPr>
              <a:t>Health factor · Liq. price · Venus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90B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Rebalancing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90B"/>
                </a:solidFill>
              </a:rPr>
              <a:t>Range Keeper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5"/>
                </a:solidFill>
              </a:rPr>
              <a:t>In-range % · Fees · 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90B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Yield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3520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90B"/>
                </a:solidFill>
              </a:rPr>
              <a:t>Yield Router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5"/>
                </a:solidFill>
              </a:rPr>
              <a:t>Net APR · Venue · Allocation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90B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Grid trading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3520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90B"/>
                </a:solidFill>
              </a:rPr>
              <a:t>Grid Runner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5"/>
                </a:solidFill>
              </a:rPr>
              <a:t>Fill rate · Realized PnL · Window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 w="12700">
            <a:solidFill>
              <a:srgbClr val="0B0E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on signals — with provenance.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and detail pages render category metrics. Labels stay honest.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1"/>
                </a:solidFill>
              </a:rPr>
              <a:t>LIVE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5727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On-chain read (Venus HF for hf-watch when RPC succeeds)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231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1"/>
                </a:solidFill>
              </a:rPr>
              <a:t>FIXTURE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4414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Catalog numbers for non-HF metrics / fallback path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918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1"/>
                </a:solidFill>
              </a:rPr>
              <a:t>TESTNET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3101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BSC testnet (chain 97) for agents, hire UI, and demo position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 w="12700">
            <a:solidFill>
              <a:srgbClr val="0B0E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through ERC-8183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wallet funds escrow in $U. Marketplace never takes custody.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41820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280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41820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job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 $U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1280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377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90B"/>
                </a:solidFill>
              </a:rPr>
              <a:t>Shipped on main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274320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panel on BSC Testnet (chain 97) against canonical AgenticCommerce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provider wallets for seed agents (e.g. HF Watch 0x6d07…fCad)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mock hire still available when VITE_CHAIN=local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Funded receipt: pending $U faucet / teammate transfer (not claimed as done)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 w="12700">
            <a:solidFill>
              <a:srgbClr val="0B0E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 execution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Web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Vite · React · TanStack Router · wagmi / RainbowKit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Hono on Cloudflare Workers · fixture catalog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Commerce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ERC-8183 · $U · create → fund path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Agents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BNB Agent Studio · ERC-8004 · A2A / MCP Workers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60604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Signals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Venus testnet HF reader · provenance labels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60604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41820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90B"/>
                </a:solidFill>
              </a:rPr>
              <a:t>Evidence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Submission package · TermiX outline (task 1 DIY)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 w="12700">
            <a:solidFill>
              <a:srgbClr val="0B0E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0B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already exist.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they have somewhere to get hired.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https://pulse-94i.pages.dev/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https://pulse-api.juliocesarsevericheorellana.workers.dev/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B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https://github.com/Zer0-Knowledge-Hack/pulse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BNB Chain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Smart Money Era pitch</dc:title>
  <dc:subject>Honest marketplace pitch aligned to main</dc:subject>
  <dc:creator>Zer0-Knowledge-Hack</dc:creator>
  <cp:lastModifiedBy>Zer0-Knowledge-Hack</cp:lastModifiedBy>
  <cp:revision>1</cp:revision>
  <dcterms:created xsi:type="dcterms:W3CDTF">2026-09-10T01:41:45Z</dcterms:created>
  <dcterms:modified xsi:type="dcterms:W3CDTF">2026-09-10T01:41:45Z</dcterms:modified>
</cp:coreProperties>
</file>